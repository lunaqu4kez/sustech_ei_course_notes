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97" r:id="rId5"/>
    <p:sldId id="299" r:id="rId6"/>
    <p:sldId id="300" r:id="rId7"/>
    <p:sldId id="301" r:id="rId8"/>
    <p:sldId id="302" r:id="rId9"/>
    <p:sldId id="303" r:id="rId10"/>
    <p:sldId id="304" r:id="rId11"/>
    <p:sldId id="306" r:id="rId12"/>
    <p:sldId id="307" r:id="rId13"/>
    <p:sldId id="308" r:id="rId14"/>
    <p:sldId id="310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093970" y="4364990"/>
            <a:ext cx="2004695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Date: 2025.10.17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9800" y="1685925"/>
            <a:ext cx="5232400" cy="2371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895475"/>
            <a:ext cx="10117455" cy="3813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Evolutionary algorithms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are population-based optimization techniques inspired by the process of natural selection.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Objective of this assignment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Design and implement an evolutionary algorithm framework for integer encoding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Contributions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Complete algorithm implementation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Detailed pseudocode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Multi-type test function verification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Background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895475"/>
            <a:ext cx="10117455" cy="2630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Benchmark Functions: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Single-Peak Functions (f1-f7): Test convergence speed and local search capability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Multi-Peak Functions (f8-f15): Test global exploration and escape from local optima capability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More details of these functions will be shown in the experiment part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Algorithm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Overview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895475"/>
            <a:ext cx="3949065" cy="3556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Integer Encoding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Initialization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Evaluation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Selection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Crossover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Mutation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Elite Retention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955" y="92710"/>
            <a:ext cx="4472940" cy="6699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4635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Operator Design: Selection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895475"/>
            <a:ext cx="4107180" cy="3961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Tournament Selection: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Randomly select subsets, choose the optimal one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Control selection pressure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Roulette Selection: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Select based on fitness ratio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Maintain diversity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7895" y="495935"/>
            <a:ext cx="5013960" cy="32397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4090035"/>
            <a:ext cx="5014595" cy="21062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Operator Design: Crossover &amp; Mutation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895475"/>
            <a:ext cx="9180195" cy="3162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Single-point crossover: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Randomly select crossover points and exchange gene segments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Random reset mutation: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Replace genes with random values probabilistically to maintain population diversity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Experimental Setup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895475"/>
            <a:ext cx="4275455" cy="4005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Parameter Settings: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Population Size: 200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Maximum Generations: 5000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Crossover Rate: 0.8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Mutation Rate: 0.1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Selection Strategy: Tournament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10250" y="1895475"/>
            <a:ext cx="5328920" cy="4005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Experimental Environment: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Hardware: Intel Core i5-11300H CPU @ 3.10GHz, 16GB RAM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Programming Language: Python 3.10.14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Main Library: NumPy 2.2.6, Matplotlib 3.10.6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Unimodal Functions Performance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530985"/>
            <a:ext cx="4275455" cy="1798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Observation: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f4 and f7 converge fast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f5 (Rosenbrock) remains challenging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9575" y="1175385"/>
            <a:ext cx="6282055" cy="26555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3455" y="3550285"/>
            <a:ext cx="10354310" cy="2346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f2: nonsmooth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f4: nondifferentiable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f5: “banana function” with narrow curved valleys, challenging for gradient-based algorithms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f6: flat regions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f7: random noise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0" y="605155"/>
            <a:ext cx="5717540" cy="26993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73455" y="788035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Multimodal Functions Performance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392555"/>
            <a:ext cx="4275455" cy="2380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Observations: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Performs excellently on f8, f9, f10, f14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f15 performs badly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3455" y="3303905"/>
            <a:ext cx="10550525" cy="3331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f8: numerous local minima, global optimum at the boundary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f9: classical multimodal test function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f10: almost flat outer regions and a narrow central hole, easy to causing early convergence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f11: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numerous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local minima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f12-f13: complex penalty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f14: Low-dimensional but features multiple sharp extreme points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f15: From real-world background significance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Statistical Significance Tests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895475"/>
            <a:ext cx="8884920" cy="4005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Wilcoxon Test Results: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Convergence Accuracy: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Significant difference between unimodal and multimodal (p=0.023)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Convergence Speed: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No significant difference (p=0.156)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High-dimensional vs Low-dimensional: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Significant difference in convergence accuracy (p=0.008)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Discussion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550670"/>
            <a:ext cx="9359265" cy="4378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Advantages: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Performs well on most functions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Converges rapidly with strong global search capability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Limitations: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Still faces challenges with Rosenbrock and high-dimensional problems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Conclusion: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The algorithm demonstrates robustness and practicality.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Conclusion &amp; Future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Work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797050"/>
            <a:ext cx="9359265" cy="4005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Successfully implemented integer encoding evolutionary algorithm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Validated effective performance across 15 benchmark functions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Balances convergence speed with global exploration capability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Future: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Adaptive parameter tuning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Multi-population cooperative evolution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Parallel computing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678940"/>
            <a:ext cx="9773285" cy="4251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[1] Holland, J. H. (1975). Adaptation in natural and artificial systems. University of Michigan Press.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[2] Eiben, A. E., &amp; Smith, J. E. (2015). Introduction to evolutionary computing. Springer.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[3] Potter, M. A., &amp; De Jong, K. A. (1994). A cooperative coevolutionary approach to function optimization. In International Conference on Parallel Problem Solving from Nature.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[4] Talbi, E. G. (2009). Metaheuristics: from design to implementation. John Wiley &amp; Sons.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[5] Coello, C. A. C. (2002). Theoretical and numerical constraint-handling techniques used with evolutionary algorithms: a survey of the state of the art. Computer Methods in Applied Mechanics and Engineering, 191(11-12), 1245-1287.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59655" y="3106420"/>
            <a:ext cx="2472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Thank you!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3725</Words>
  <Application>WPS 演示</Application>
  <PresentationFormat>宽屏</PresentationFormat>
  <Paragraphs>124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Times New Roman</vt:lpstr>
      <vt:lpstr>quote-cjk-patch</vt:lpstr>
      <vt:lpstr>Segoe Print</vt:lpstr>
      <vt:lpstr>Arial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Kurumi狂三</cp:lastModifiedBy>
  <cp:revision>330</cp:revision>
  <dcterms:created xsi:type="dcterms:W3CDTF">2023-08-09T12:44:00Z</dcterms:created>
  <dcterms:modified xsi:type="dcterms:W3CDTF">2025-10-13T10:26:06Z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2052-12.1.0.22529</vt:lpwstr>
  </property>
</Properties>
</file>